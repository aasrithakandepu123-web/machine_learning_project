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C2C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188720"/>
            <a:ext cx="4114800" cy="411480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5120640"/>
            <a:ext cx="2926080" cy="2926080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  •  CSE  •  A.Y. 2026-27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Credential Stuffing Attack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Gradient Boosting Machine (GBM) and Isolation Forest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3977640"/>
            <a:ext cx="7863840" cy="18288"/>
          </a:xfrm>
          <a:prstGeom prst="rect">
            <a:avLst/>
          </a:prstGeom>
          <a:solidFill>
            <a:srgbClr val="23384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20624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Hruday Deepak — 2520030138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— 2520030145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Aasritha — 2520030178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0" y="42062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Ravinder, Assistant Professor, CSE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Login Security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platforms store sensitive financial data and personal credentials, making login systems a prime target. Attackers use automated tools, bots, and leaked credential databases to impersonate legitimate users.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320040" cy="320040"/>
          </a:xfrm>
          <a:prstGeom prst="ellipse">
            <a:avLst/>
          </a:prstGeom>
          <a:solidFill>
            <a:srgbClr val="0E7C8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291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3218688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breaches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353872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leaked username-password pairs circulate on the web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160520"/>
            <a:ext cx="320040" cy="320040"/>
          </a:xfrm>
          <a:prstGeom prst="ellipse">
            <a:avLst/>
          </a:prstGeom>
          <a:solidFill>
            <a:srgbClr val="0E7C8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160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4087368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bots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440740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lists are tested at scale across many sites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029200"/>
            <a:ext cx="320040" cy="320040"/>
          </a:xfrm>
          <a:prstGeom prst="ellipse">
            <a:avLst/>
          </a:prstGeom>
          <a:solidFill>
            <a:srgbClr val="0E7C8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029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4956048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takeover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51560" y="527608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on one site can compromise finances and identity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406640" y="1600200"/>
            <a:ext cx="4206240" cy="4343400"/>
          </a:xfrm>
          <a:prstGeom prst="roundRect">
            <a:avLst>
              <a:gd name="adj" fmla="val 2609"/>
            </a:avLst>
          </a:prstGeom>
          <a:solidFill>
            <a:srgbClr val="0B1C2C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0" y="1874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for Cybersecurity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0" y="23317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analyzes large volumes of login traffic to uncover hidden behavioral patterns across: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772400" y="3319272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8001000" y="3200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 &amp; reputation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72400" y="3776472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3" name="Text 21"/>
          <p:cNvSpPr/>
          <p:nvPr/>
        </p:nvSpPr>
        <p:spPr>
          <a:xfrm>
            <a:off x="8001000" y="3657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fingerprint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772400" y="4233672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8001000" y="4114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frequency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772400" y="4690872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7" name="Text 25"/>
          <p:cNvSpPr/>
          <p:nvPr/>
        </p:nvSpPr>
        <p:spPr>
          <a:xfrm>
            <a:off x="8001000" y="4572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intervals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Stuffing Attack Detection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Credential Stuffing?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035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take username-password pairs stolen in previous data breaches and replay them against many other platforms through automated login attempts — hoping reused passwords unlock new accounts.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3A4A5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65760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Breach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Elsewhere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081528" y="3657600"/>
            <a:ext cx="28346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83280" y="365760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3A4A5A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365760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16168" y="3657600"/>
            <a:ext cx="28346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17920" y="365760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5A2A2E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365760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Attempts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750808" y="3657600"/>
            <a:ext cx="28346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052560" y="365760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F94144"/>
          </a:solidFill>
          <a:ln/>
        </p:spPr>
      </p:sp>
      <p:sp>
        <p:nvSpPr>
          <p:cNvPr id="15" name="Text 13"/>
          <p:cNvSpPr/>
          <p:nvPr/>
        </p:nvSpPr>
        <p:spPr>
          <a:xfrm>
            <a:off x="9052560" y="365760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Takeover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account takeovers, data breaches, financial and reputational loss.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49440" y="1554480"/>
            <a:ext cx="4663440" cy="1737360"/>
          </a:xfrm>
          <a:prstGeom prst="roundRect">
            <a:avLst>
              <a:gd name="adj" fmla="val 6316"/>
            </a:avLst>
          </a:prstGeom>
          <a:solidFill>
            <a:srgbClr val="12283D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1737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Hard to Detect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23760" y="2148840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attempts look like normal typos at low volume; bots rotate IPs and devices to blend in with legitimate traffic, making manual rules unreliable.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Stuffing Attack Detection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749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0E7C8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89280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prepare data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B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values; select login and network related features.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0" y="1691640"/>
            <a:ext cx="50749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920240"/>
            <a:ext cx="457200" cy="457200"/>
          </a:xfrm>
          <a:prstGeom prst="ellipse">
            <a:avLst/>
          </a:prstGeom>
          <a:solidFill>
            <a:srgbClr val="0E7C8C"/>
          </a:solidFill>
          <a:ln/>
        </p:spPr>
      </p:sp>
      <p:sp>
        <p:nvSpPr>
          <p:cNvPr id="11" name="Text 9"/>
          <p:cNvSpPr/>
          <p:nvPr/>
        </p:nvSpPr>
        <p:spPr>
          <a:xfrm>
            <a:off x="61722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12280" y="189280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two model types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172200" y="24688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B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 for supervised classification; Isolation Forest for unsupervised anomaly detection.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0749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rgbClr val="0E7C8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99592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performance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77240" y="45720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B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 Accuracy, Precision, Recall, F1-Score, and ROC-AUC.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0" y="3794760"/>
            <a:ext cx="50749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4023360"/>
            <a:ext cx="457200" cy="457200"/>
          </a:xfrm>
          <a:prstGeom prst="ellipse">
            <a:avLst/>
          </a:prstGeom>
          <a:solidFill>
            <a:srgbClr val="0E7C8C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12280" y="399592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real-time defense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172200" y="45720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B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system organizations can use to flag suspicious logins as they happen.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Stuffing Attack Detection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50392" y="210312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212848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Data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724912"/>
            <a:ext cx="17465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 dataset of login attempts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816352" y="2103120"/>
            <a:ext cx="1645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980944" y="210312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7324A"/>
          </a:solidFill>
          <a:ln/>
        </p:spPr>
      </p:sp>
      <p:sp>
        <p:nvSpPr>
          <p:cNvPr id="9" name="Text 7"/>
          <p:cNvSpPr/>
          <p:nvPr/>
        </p:nvSpPr>
        <p:spPr>
          <a:xfrm>
            <a:off x="3090672" y="2212848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90672" y="2724912"/>
            <a:ext cx="17465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select key features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946904" y="2103120"/>
            <a:ext cx="1645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11496" y="210312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2283D"/>
          </a:solidFill>
          <a:ln/>
        </p:spPr>
      </p:sp>
      <p:sp>
        <p:nvSpPr>
          <p:cNvPr id="13" name="Text 11"/>
          <p:cNvSpPr/>
          <p:nvPr/>
        </p:nvSpPr>
        <p:spPr>
          <a:xfrm>
            <a:off x="5221224" y="2212848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21224" y="2724912"/>
            <a:ext cx="17465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 (supervised) + Isolation Forest (unsupervised)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77456" y="2103120"/>
            <a:ext cx="1645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242048" y="210312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7324A"/>
          </a:solidFill>
          <a:ln/>
        </p:spPr>
      </p:sp>
      <p:sp>
        <p:nvSpPr>
          <p:cNvPr id="17" name="Text 15"/>
          <p:cNvSpPr/>
          <p:nvPr/>
        </p:nvSpPr>
        <p:spPr>
          <a:xfrm>
            <a:off x="7351776" y="2212848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51776" y="2724912"/>
            <a:ext cx="17465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F1, ROC-AUC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208008" y="2103120"/>
            <a:ext cx="1645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372600" y="210312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94144"/>
          </a:solidFill>
          <a:ln/>
        </p:spPr>
      </p:sp>
      <p:sp>
        <p:nvSpPr>
          <p:cNvPr id="21" name="Text 19"/>
          <p:cNvSpPr/>
          <p:nvPr/>
        </p:nvSpPr>
        <p:spPr>
          <a:xfrm>
            <a:off x="9482328" y="2212848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482328" y="2724912"/>
            <a:ext cx="17465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attempts surfaced in real time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280160" y="4023360"/>
            <a:ext cx="4480560" cy="1965960"/>
          </a:xfrm>
          <a:prstGeom prst="roundRect">
            <a:avLst>
              <a:gd name="adj" fmla="val 5581"/>
            </a:avLst>
          </a:prstGeom>
          <a:solidFill>
            <a:srgbClr val="12283D"/>
          </a:solidFill>
          <a:ln/>
        </p:spPr>
      </p:sp>
      <p:sp>
        <p:nvSpPr>
          <p:cNvPr id="24" name="Text 22"/>
          <p:cNvSpPr/>
          <p:nvPr/>
        </p:nvSpPr>
        <p:spPr>
          <a:xfrm>
            <a:off x="1554480" y="4206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 Machine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554480" y="461772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classification of login attempts as legitimate or malicious, learning from labeled historical data.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0" y="4023360"/>
            <a:ext cx="4480560" cy="1965960"/>
          </a:xfrm>
          <a:prstGeom prst="roundRect">
            <a:avLst>
              <a:gd name="adj" fmla="val 5581"/>
            </a:avLst>
          </a:prstGeom>
          <a:solidFill>
            <a:srgbClr val="12283D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4206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 Forest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675120" y="461772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anomaly detection that isolates rare, outlier login behavior without needing labeled attacks.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Stuffing Attack Detection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&amp; Network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0B1C2C"/>
          </a:solidFill>
          <a:ln/>
        </p:spPr>
      </p:sp>
      <p:sp>
        <p:nvSpPr>
          <p:cNvPr id="5" name="Shape 3"/>
          <p:cNvSpPr/>
          <p:nvPr/>
        </p:nvSpPr>
        <p:spPr>
          <a:xfrm>
            <a:off x="1485900" y="2148840"/>
            <a:ext cx="640080" cy="640080"/>
          </a:xfrm>
          <a:prstGeom prst="ellipse">
            <a:avLst/>
          </a:prstGeom>
          <a:solidFill>
            <a:srgbClr val="0E7C8C"/>
          </a:solidFill>
          <a:ln/>
        </p:spPr>
      </p:sp>
      <p:sp>
        <p:nvSpPr>
          <p:cNvPr id="6" name="Text 4"/>
          <p:cNvSpPr/>
          <p:nvPr/>
        </p:nvSpPr>
        <p:spPr>
          <a:xfrm>
            <a:off x="148590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Frequency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an account or IP attempts logins in a time window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19272" y="182880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0B1C2C"/>
          </a:solidFill>
          <a:ln/>
        </p:spPr>
      </p:sp>
      <p:sp>
        <p:nvSpPr>
          <p:cNvPr id="10" name="Shape 8"/>
          <p:cNvSpPr/>
          <p:nvPr/>
        </p:nvSpPr>
        <p:spPr>
          <a:xfrm>
            <a:off x="4256532" y="2148840"/>
            <a:ext cx="640080" cy="640080"/>
          </a:xfrm>
          <a:prstGeom prst="ellipse">
            <a:avLst/>
          </a:prstGeom>
          <a:solidFill>
            <a:srgbClr val="0E7C8C"/>
          </a:solidFill>
          <a:ln/>
        </p:spPr>
      </p:sp>
      <p:sp>
        <p:nvSpPr>
          <p:cNvPr id="11" name="Text 9"/>
          <p:cNvSpPr/>
          <p:nvPr/>
        </p:nvSpPr>
        <p:spPr>
          <a:xfrm>
            <a:off x="4256532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02152" y="29718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Reputation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02152" y="361188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source IP is linked to known malicious activity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89904" y="182880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0B1C2C"/>
          </a:solidFill>
          <a:ln/>
        </p:spPr>
      </p:sp>
      <p:sp>
        <p:nvSpPr>
          <p:cNvPr id="15" name="Shape 13"/>
          <p:cNvSpPr/>
          <p:nvPr/>
        </p:nvSpPr>
        <p:spPr>
          <a:xfrm>
            <a:off x="7027164" y="2148840"/>
            <a:ext cx="640080" cy="640080"/>
          </a:xfrm>
          <a:prstGeom prst="ellipse">
            <a:avLst/>
          </a:prstGeom>
          <a:solidFill>
            <a:srgbClr val="0E7C8C"/>
          </a:solidFill>
          <a:ln/>
        </p:spPr>
      </p:sp>
      <p:sp>
        <p:nvSpPr>
          <p:cNvPr id="16" name="Text 14"/>
          <p:cNvSpPr/>
          <p:nvPr/>
        </p:nvSpPr>
        <p:spPr>
          <a:xfrm>
            <a:off x="7027164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72784" y="29718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Rate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272784" y="361188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and speed of login requests — a signature of automation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60536" y="182880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0B1C2C"/>
          </a:solidFill>
          <a:ln/>
        </p:spPr>
      </p:sp>
      <p:sp>
        <p:nvSpPr>
          <p:cNvPr id="20" name="Shape 18"/>
          <p:cNvSpPr/>
          <p:nvPr/>
        </p:nvSpPr>
        <p:spPr>
          <a:xfrm>
            <a:off x="9797796" y="2148840"/>
            <a:ext cx="640080" cy="640080"/>
          </a:xfrm>
          <a:prstGeom prst="ellipse">
            <a:avLst/>
          </a:prstGeom>
          <a:solidFill>
            <a:srgbClr val="0E7C8C"/>
          </a:solidFill>
          <a:ln/>
        </p:spPr>
      </p:sp>
      <p:sp>
        <p:nvSpPr>
          <p:cNvPr id="21" name="Text 19"/>
          <p:cNvSpPr/>
          <p:nvPr/>
        </p:nvSpPr>
        <p:spPr>
          <a:xfrm>
            <a:off x="9797796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043416" y="29718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Login Patterns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043416" y="361188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failures across many accounts from one source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Stuffing Attack Detection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Requirements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515600" cy="566928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297680" y="1691640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10/11 or Ubuntu Linux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25856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297680" y="2258568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25496"/>
            <a:ext cx="10515600" cy="566928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2549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Tools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297680" y="2825496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Notebook, Google Colab, or VS Code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392424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Library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297680" y="3392424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59352"/>
            <a:ext cx="10515600" cy="566928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959352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297680" y="395935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and NumPy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52628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297680" y="4526280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093208"/>
            <a:ext cx="10515600" cy="566928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09320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Format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297680" y="5093208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(Login Attempts / Credential Stuffing Dataset)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Stuffing Attack Detection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Detection Quality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 and Isolation Forest are compared side by side using five standard metrics to identify the best-performing model.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606040"/>
            <a:ext cx="17007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429000"/>
            <a:ext cx="1645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B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correct predictions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97480" y="237744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07208" y="2606040"/>
            <a:ext cx="17007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34640" y="3429000"/>
            <a:ext cx="1645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B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positives among flagged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237744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2606040"/>
            <a:ext cx="17007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3429000"/>
            <a:ext cx="1645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B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correctly caught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95160" y="237744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04888" y="2606040"/>
            <a:ext cx="17007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32320" y="3429000"/>
            <a:ext cx="1645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B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of precision &amp; recall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0" y="237744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0E7C8C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53728" y="2606040"/>
            <a:ext cx="17007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81160" y="3429000"/>
            <a:ext cx="1645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Separability of classes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Stuffing Attack Detection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Strengthening Authentication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Machine Learning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delivers a reliable, efficient system to detect credential stuffing in real time — helping organizations safeguard user accounts, reduce fraud, and build safer digital platforms.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3758184"/>
            <a:ext cx="146304" cy="1463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7033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suspicious login detection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4215384"/>
            <a:ext cx="146304" cy="1463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1605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account takeovers &amp; fraud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672584"/>
            <a:ext cx="146304" cy="1463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6177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authentication decisions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589520" y="214884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12283D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Models. One Goal.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863840" y="2880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863840" y="3200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labeled attack history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863840" y="3794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63840" y="4114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novel, unseen attack patterns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863840" y="47548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7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cover both known and emerging threats.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Stuffing Attack Detection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3840480" cy="3840480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46888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34290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7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0" y="42976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Hruday Deepak  •  Surya  •  Aasritha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46177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Ravinder, Assistant Professor, CSE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2026-09-26T04:42:24Z</dcterms:created>
  <dcterms:modified xsi:type="dcterms:W3CDTF">2026-09-26T04:42:24Z</dcterms:modified>
</cp:coreProperties>
</file>